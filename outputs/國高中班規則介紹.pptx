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4dc6c6dcaa4188" /><Relationship Type="http://schemas.openxmlformats.org/officeDocument/2006/relationships/extended-properties" Target="/docProps/app.xml" Id="R1fe8915e0e514345" /><Relationship Type="http://schemas.openxmlformats.org/officeDocument/2006/relationships/officeDocument" Target="/ppt/presentation.xml" Id="Rb28871c6d3ca4c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1b9361da0946be"/>
  </p:sldMasterIdLst>
  <p:notesMasterIdLst>
    <p:notesMasterId xmlns:r="http://schemas.openxmlformats.org/officeDocument/2006/relationships" r:id="R145cef5556194d5f"/>
  </p:notesMasterIdLst>
  <p:sldIdLst>
    <p:sldId xmlns:r="http://schemas.openxmlformats.org/officeDocument/2006/relationships" id="256" r:id="R65e7205ce2874e39"/>
    <p:sldId xmlns:r="http://schemas.openxmlformats.org/officeDocument/2006/relationships" id="257" r:id="R9773ffdf57074c3b"/>
    <p:sldId xmlns:r="http://schemas.openxmlformats.org/officeDocument/2006/relationships" id="258" r:id="R8c4cc5c754da4b02"/>
    <p:sldId xmlns:r="http://schemas.openxmlformats.org/officeDocument/2006/relationships" id="259" r:id="Ra570e35e0bd746d2"/>
    <p:sldId xmlns:r="http://schemas.openxmlformats.org/officeDocument/2006/relationships" id="260" r:id="R25f92706df874042"/>
    <p:sldId xmlns:r="http://schemas.openxmlformats.org/officeDocument/2006/relationships" id="261" r:id="R82deca2c9d3b460b"/>
    <p:sldId xmlns:r="http://schemas.openxmlformats.org/officeDocument/2006/relationships" id="262" r:id="R3c02066e5c9d490c"/>
    <p:sldId xmlns:r="http://schemas.openxmlformats.org/officeDocument/2006/relationships" id="263" r:id="R6cd9e5724e47451d"/>
    <p:sldId xmlns:r="http://schemas.openxmlformats.org/officeDocument/2006/relationships" id="264" r:id="R059b697934894e1f"/>
    <p:sldId xmlns:r="http://schemas.openxmlformats.org/officeDocument/2006/relationships" id="265" r:id="Rf40d4cf2a5784b2f"/>
    <p:sldId xmlns:r="http://schemas.openxmlformats.org/officeDocument/2006/relationships" id="266" r:id="Refb665c7fef94fbf"/>
    <p:sldId xmlns:r="http://schemas.openxmlformats.org/officeDocument/2006/relationships" id="267" r:id="R1c4ac6e7089f43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f0e01ad54647df" /><Relationship Type="http://schemas.openxmlformats.org/officeDocument/2006/relationships/slideMaster" Target="/ppt/slideMasters/slideMaster1.xml" Id="R811b9361da0946be" /><Relationship Type="http://schemas.openxmlformats.org/officeDocument/2006/relationships/notesMaster" Target="/ppt/notesMasters/notesMaster1.xml" Id="R145cef5556194d5f" /><Relationship Type="http://schemas.openxmlformats.org/officeDocument/2006/relationships/presProps" Target="/ppt/presProps.xml" Id="R9d261dd425ca43ce" /><Relationship Type="http://schemas.openxmlformats.org/officeDocument/2006/relationships/tableStyles" Target="/ppt/tableStyles.xml" Id="Rf92f3d885b924040" /><Relationship Type="http://schemas.openxmlformats.org/officeDocument/2006/relationships/slide" Target="/ppt/slides/slide1.xml" Id="R65e7205ce2874e39" /><Relationship Type="http://schemas.openxmlformats.org/officeDocument/2006/relationships/slide" Target="/ppt/slides/slide2.xml" Id="R9773ffdf57074c3b" /><Relationship Type="http://schemas.openxmlformats.org/officeDocument/2006/relationships/slide" Target="/ppt/slides/slide3.xml" Id="R8c4cc5c754da4b02" /><Relationship Type="http://schemas.openxmlformats.org/officeDocument/2006/relationships/slide" Target="/ppt/slides/slide4.xml" Id="Ra570e35e0bd746d2" /><Relationship Type="http://schemas.openxmlformats.org/officeDocument/2006/relationships/slide" Target="/ppt/slides/slide5.xml" Id="R25f92706df874042" /><Relationship Type="http://schemas.openxmlformats.org/officeDocument/2006/relationships/slide" Target="/ppt/slides/slide6.xml" Id="R82deca2c9d3b460b" /><Relationship Type="http://schemas.openxmlformats.org/officeDocument/2006/relationships/slide" Target="/ppt/slides/slide7.xml" Id="R3c02066e5c9d490c" /><Relationship Type="http://schemas.openxmlformats.org/officeDocument/2006/relationships/slide" Target="/ppt/slides/slide8.xml" Id="R6cd9e5724e47451d" /><Relationship Type="http://schemas.openxmlformats.org/officeDocument/2006/relationships/slide" Target="/ppt/slides/slide9.xml" Id="R059b697934894e1f" /><Relationship Type="http://schemas.openxmlformats.org/officeDocument/2006/relationships/slide" Target="/ppt/slides/slide10.xml" Id="Rf40d4cf2a5784b2f" /><Relationship Type="http://schemas.openxmlformats.org/officeDocument/2006/relationships/slide" Target="/ppt/slides/slide11.xml" Id="Refb665c7fef94fbf" /><Relationship Type="http://schemas.openxmlformats.org/officeDocument/2006/relationships/slide" Target="/ppt/slides/slide12.xml" Id="R1c4ac6e7089f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52eccb16e848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9d4ece4fc74dc9" /><Relationship Type="http://schemas.openxmlformats.org/officeDocument/2006/relationships/notesMaster" Target="/ppt/notesMasters/notesMaster1.xml" Id="Rc992566b3384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7352b6b2543c8" /><Relationship Type="http://schemas.openxmlformats.org/officeDocument/2006/relationships/notesMaster" Target="/ppt/notesMasters/notesMaster1.xml" Id="Re5d9bb97823e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b6ad85dddd4dfd" /><Relationship Type="http://schemas.openxmlformats.org/officeDocument/2006/relationships/notesMaster" Target="/ppt/notesMasters/notesMaster1.xml" Id="R197692c9f9db4d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3728364ecb4ca8" /><Relationship Type="http://schemas.openxmlformats.org/officeDocument/2006/relationships/notesMaster" Target="/ppt/notesMasters/notesMaster1.xml" Id="R0a1c756394e544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3af3fc237f4fcc" /><Relationship Type="http://schemas.openxmlformats.org/officeDocument/2006/relationships/notesMaster" Target="/ppt/notesMasters/notesMaster1.xml" Id="Reca82e0f4b49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d6ccadba0c4601" /><Relationship Type="http://schemas.openxmlformats.org/officeDocument/2006/relationships/notesMaster" Target="/ppt/notesMasters/notesMaster1.xml" Id="R087d02e3295641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d67fbfccac4bdd" /><Relationship Type="http://schemas.openxmlformats.org/officeDocument/2006/relationships/notesMaster" Target="/ppt/notesMasters/notesMaster1.xml" Id="Re59dee634ae846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f789f653c3498f" /><Relationship Type="http://schemas.openxmlformats.org/officeDocument/2006/relationships/notesMaster" Target="/ppt/notesMasters/notesMaster1.xml" Id="R6cbc939534e4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b4617dff1440ca" /><Relationship Type="http://schemas.openxmlformats.org/officeDocument/2006/relationships/notesMaster" Target="/ppt/notesMasters/notesMaster1.xml" Id="Rfa8f818aae474f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965e9db64d4c72" /><Relationship Type="http://schemas.openxmlformats.org/officeDocument/2006/relationships/notesMaster" Target="/ppt/notesMasters/notesMaster1.xml" Id="R904f5daca0f343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826f475d1d4e9a" /><Relationship Type="http://schemas.openxmlformats.org/officeDocument/2006/relationships/notesMaster" Target="/ppt/notesMasters/notesMaster1.xml" Id="R22cda8ac695549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391ab270614456" /><Relationship Type="http://schemas.openxmlformats.org/officeDocument/2006/relationships/notesMaster" Target="/ppt/notesMasters/notesMaster1.xml" Id="R883da71e5e1c47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28f47256e4f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b7ef9de27542ed" /><Relationship Type="http://schemas.openxmlformats.org/officeDocument/2006/relationships/slideLayout" Target="/ppt/slideLayouts/slideLayout1.xml" Id="R64a50d8bcabe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a50d8bcabe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2dc48590642ff" /><Relationship Type="http://schemas.openxmlformats.org/officeDocument/2006/relationships/notesSlide" Target="/ppt/notesSlides/notesSlide1.xml" Id="R1e49ef7b54ad46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4891daf774db5" /><Relationship Type="http://schemas.openxmlformats.org/officeDocument/2006/relationships/notesSlide" Target="/ppt/notesSlides/notesSlide2.xml" Id="Ra7c27f7227dd40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0b0cb0fc24894" /><Relationship Type="http://schemas.openxmlformats.org/officeDocument/2006/relationships/notesSlide" Target="/ppt/notesSlides/notesSlide3.xml" Id="R69325abaffa94a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26e892a324928" /><Relationship Type="http://schemas.openxmlformats.org/officeDocument/2006/relationships/notesSlide" Target="/ppt/notesSlides/notesSlide4.xml" Id="Re1c1609908bc48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9367a0d8640cf" /><Relationship Type="http://schemas.openxmlformats.org/officeDocument/2006/relationships/notesSlide" Target="/ppt/notesSlides/notesSlide5.xml" Id="Rcaa8052dfe1d4b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dea87c28f4040" /><Relationship Type="http://schemas.openxmlformats.org/officeDocument/2006/relationships/notesSlide" Target="/ppt/notesSlides/notesSlide6.xml" Id="Rbff15289722148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3486e83584034" /><Relationship Type="http://schemas.openxmlformats.org/officeDocument/2006/relationships/notesSlide" Target="/ppt/notesSlides/notesSlide7.xml" Id="Rc2f7308840484a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3cf60af64a16" /><Relationship Type="http://schemas.openxmlformats.org/officeDocument/2006/relationships/notesSlide" Target="/ppt/notesSlides/notesSlide8.xml" Id="R24daaca53abc40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b03be63744b08" /><Relationship Type="http://schemas.openxmlformats.org/officeDocument/2006/relationships/notesSlide" Target="/ppt/notesSlides/notesSlide9.xml" Id="R629a7354dea547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8346a3bb54c08" /><Relationship Type="http://schemas.openxmlformats.org/officeDocument/2006/relationships/notesSlide" Target="/ppt/notesSlides/notesSlide10.xml" Id="Ra828459a129546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1c4dd240649d7" /><Relationship Type="http://schemas.openxmlformats.org/officeDocument/2006/relationships/notesSlide" Target="/ppt/notesSlides/notesSlide11.xml" Id="R4409d0ef96ba45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d3efc05c645ac" /><Relationship Type="http://schemas.openxmlformats.org/officeDocument/2006/relationships/notesSlide" Target="/ppt/notesSlides/notesSlide12.xml" Id="R34bb4f48ca9f42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1DA09-AC13-4964-81DC-8AA7D722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60198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903B0-27A7-42A3-8FC8-E0D198B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38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B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B7A6"/>
                </a:solidFill>
                <a:latin typeface="Microsoft JhengHei"/>
                <a:ea typeface="Microsoft JhengHei"/>
                <a:cs typeface="Microsoft JhengHei"/>
              </a:rPr>
              <a:t>規則介紹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5EF5-D219-4CE9-8BC3-4C863B1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活動籌備挑戰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C9CFD-B5A2-48A0-9328-33BD459A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E7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5E7EB"/>
                </a:solidFill>
                <a:latin typeface="Microsoft JhengHei"/>
                <a:ea typeface="Microsoft JhengHei"/>
                <a:cs typeface="Microsoft JhengHei"/>
              </a:rPr>
              <a:t>國高中班規則介紹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755C3-2F22-47FE-8FD7-5E279FD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2190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B4FA2-2F66-4761-A47F-79BC245D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三輪任務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一場大會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DCBC7-1849-4AC5-A487-2E169263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不是比誰最強，是練習把一件大事一起做成。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D7CD4-1651-4F17-B1DD-5FA76B36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C8936-C79F-42FC-86AE-AC38B76A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42955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7290D6-CE4D-47AC-9B91-70793A36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先抓住精神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3E6E5-517F-445E-B4A4-E2005360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今天不是要找出誰最會跑。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5655F-4910-4715-92EB-181D51F8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C4C9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A5DE1-5E8B-4D09-A079-9736B657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80152-4034-4C33-82B2-1802BA66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重點是把大任務拆成很多小工作。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8B5DA-9420-4FE6-8D37-22288194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1FA24-986B-4D82-95CB-675E264D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每個人都只能帶一筆，所以一定需要分工。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56742-B802-45E1-A8A0-78A627AC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CF2E8-8664-4053-97FF-ECC6211C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有人卡住時，大家要真的走過去把他拉回來。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77318A-DDF9-445B-B294-12784C7F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FC7A1-65EF-4689-A63A-CB16C845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5257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698F8-CEF7-4863-98D1-C4BBC850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遊戲長什麼樣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363F5-B265-4876-AD8F-9EC42FD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906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三輪任務讓各組練分工，最後一起完成大型活動。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0CE4E-F61E-415A-ACD4-F5EDBD90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209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4C9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CDDD8-416A-4C09-AAC7-03ECCD4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第 1 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5AC1D-9B8A-4F82-A8AB-46CB0EF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各組拿到活動任務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B8A45-E9D8-4B12-BF25-D89A47E1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04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9E125-ABB4-49EC-8185-271BB252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209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4C9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864C-B6B7-4F3B-A3B1-98198296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第 2 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A4E8C-1E4C-4A6F-AB67-FDF2DB2C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熟練度開始拉開差異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FD2B1-69D7-492F-8E9D-D059D892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B9076-DD36-4487-894B-DEFC7522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209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C4C9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58B56-5C32-4510-84BE-92C5E4A3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第 3 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2C863-F2FB-46E4-9FA5-0742ACB2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支援與救援變得重要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5E17A-84AD-4C7F-8372-8BE869F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419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EE6E6-FE23-46C4-AE55-2D002E62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2098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14227-27B1-42E6-AE06-D74A6B98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最終任務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CD651-53E6-4957-AA79-742AC93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1752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全場完成大型活動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1E5B1-89A2-44FD-807C-12FF1D2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657CA-2EE6-4B3C-8307-4A11046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4377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57570-94DE-4FC9-AAF2-EDBCBE94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玩家怎麼動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E70D0-B9E1-480C-9206-C04A65AB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一次只帶一筆工作記錄，掃到哪裡就交付到哪裡。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B9E85-32D1-4195-80A7-E15C829D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97016-DB9E-4DB2-974B-44F2F76A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掃工作 QR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2510-7208-4B8E-8AF3-79D65182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WORK:activity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625B9-0308-4D32-9459-4351277C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5060C-F9D3-4572-8160-4804B6C7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09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取得一筆記錄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6623F-7CF3-45DA-BA39-82EEBBE3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手上不能同時帶兩筆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40035-617F-40A9-AFED-B9737D7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36A42-A532-4281-892B-7B463A2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掃交付處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C1121-BB32-49B5-9153-B0D6A636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DELIVERY:team1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76441-0B19-4845-93F5-0B71B1F2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670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A08A6-33D1-496E-A51D-2C79EAB2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9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推進完成度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B8EAE-21F0-44C6-8E9F-FEB17BB3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完成 100% 才能支援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106D2-0A6F-492A-BFDA-6E9C4E78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38807-752B-4C76-A055-9690DFC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35473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15CD3-23E1-4AE2-99A9-A63C24ED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工作小組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9FADD-5D0D-45C6-B9BB-C50C137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九種工作都會被需要，只是每個活動需要的比例不同。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9D7CA-9457-495F-8D4F-81343B0B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A593C-C4D5-4C64-BA46-D3D845D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音控組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87487-74FE-4B3E-9901-8DE8B82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B1B59-8333-4AB2-A8BB-2C0B4405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活動組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924CF-8043-4904-BFA4-935FE672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BBD83-9157-4179-9C1B-86BDC713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膳食組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53809-DD20-4931-95F6-422EA74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A355C-BAC2-49CE-B258-261D9052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服務組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78499-79E4-4408-A27F-A897E0B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0D918-3483-4CF3-BAD3-45F4E9C0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攝影組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7BCFB-E62C-4EA4-9660-131691A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480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F8943-6CAA-4AC7-B1FA-7B363242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錄影組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B9926-ED18-4DBC-8E9C-2741DB1A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35175-06A9-4180-BAFA-497660FD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美宣組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0CC91-56B2-4402-807F-665096A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51019-7CCB-4021-8D69-CAE4245A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場佈組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482B7-18D4-47F3-BFBE-1608565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24350"/>
            <a:ext cx="304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65359-AF5E-48BA-B78D-8F00CB72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5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宣傳組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345605-92A0-445D-8FF9-E783BBAF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10565-01BF-4918-B88D-3EC5321C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49350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BEAD0-C143-48BB-937D-4574BC96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任務完成度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A7329-F28C-4BD3-A694-EA8915D5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投影幕只告訴你完成多少，不告訴你缺哪一種工作。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C9FCC-1E4B-4BBD-B114-E224900D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0287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34F34-48BA-4C5D-B352-FA8B90DB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66865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B78D0-BB1B-4D2C-B32B-4B2DADE2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65%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E0AF4-4F34-4498-9719-B82A3708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所以要做的不是猜答案，而是嘗試、觀察、調整分工。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C9B80-2F91-4159-8F63-3E071736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A1ED9-6986-4131-BB87-A051225F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13622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3E50ED-D73D-48C4-AF73-E9047C2C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熟練度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AFF82-A00C-499A-99ED-C543A9B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做過的工作會更順，但只練一種不一定最好。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4E965-3DB4-4B85-8C25-C5391619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31051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54FA5-15C4-4EED-B48C-773F80CE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第一次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F12C7-7918-4B4A-8607-DC40FC7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+1.0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2ED6E-0668-4D68-91C3-E735E0A8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交付一筆工作記錄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C35A1-A20D-4759-9335-75498E77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31051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89C88-EEF6-4A38-9171-EE87D42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下一次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2A0E3-5825-4A65-BFFB-E275CBC7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00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+1.1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0D6E5-89EB-4286-ACB9-B7B3B116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同類工作更熟練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F78C9-CAD6-4DBC-8B75-F3D9D013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31051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F2029-4083-4D22-8EB5-BFD7F086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24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均衡發展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E306C-2329-416B-96E9-6CDA99D3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+額外加成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A044F-3E15-481E-8198-095F5DD7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1D5D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D1D5DB"/>
                </a:solidFill>
                <a:latin typeface="Microsoft JhengHei"/>
                <a:ea typeface="Microsoft JhengHei"/>
                <a:cs typeface="Microsoft JhengHei"/>
              </a:rPr>
              <a:t>九種工作都要長起來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FDE7D-1A4A-4C21-8BE8-A2BEEB0B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4377E-A8E3-47E6-87B4-9B7B0196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8252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378AA-1A2F-4A42-8F39-4E98ABA6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先抓住精神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7C0F4-F70E-4CE1-8346-08EF71B3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支援不是一開始就到處跑。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17EC-3952-4B7A-AFC7-002F5684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112776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EA"/>
          </a:solidFill>
          <a:ln xmlns:a="http://schemas.openxmlformats.org/drawingml/2006/main" w="9525">
            <a:solidFill>
              <a:srgbClr val="C4C9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0E40D-612B-4761-B67B-FE91F301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07EF0-0A82-4B69-82A5-8B892EE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先把本組任務推到 100%。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99DE9-4826-4381-A161-BA4DCC9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2ADB8-7F86-4192-BFCE-6FE6E115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完成後，整組就可以支援其他組。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B980D-F911-475B-90FD-E2767FE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29A8D-FFBB-4303-8C70-F5A0A98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支援別組也會讓自己的組別得到分數。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B5EED-61E0-4B71-8510-0E8B0682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DB50C-22DC-4AA1-93C9-16072EAD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8033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B1659-A0D0-487B-86C2-F5B8F1C5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需要協助時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EAEE8-D097-40BC-9FD2-28ED1992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有人卡住時，規則會逼大家真的走過去幫他。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A6B80-9CD5-4C7F-B924-097683FE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D54E8-A70D-47EB-96E4-FF5F20A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補眠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0511D-A7CB-4CA0-ABB2-5F985DDC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B3C33-27E0-43CF-A810-65B8146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體力透支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058CD-1062-41F7-BAF0-123012CF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0600F-02C1-4BFA-93D6-FE4A58D3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不想工作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ACFF0A-57C9-49D2-9BD4-063C8508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7738A-13F5-4660-BC1C-5E8D8831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289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跟夥伴吵架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BFC3B-B552-4A71-98BD-BE0C734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91821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BCEE0-82CE-480B-8477-FE6B4B26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9580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掃他的 RESCUE QR，不同玩家協助到指定次數，他就能回到任務。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EE212-F52E-4AB8-8F8B-BD6C8B64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B2911-9205-4B42-9173-BFD4589D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19675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406928-DA1C-4D29-8340-7FCD5DD6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B7A6"/>
                </a:solidFill>
                <a:latin typeface="Microsoft JhengHei"/>
                <a:ea typeface="Microsoft JhengHei"/>
                <a:cs typeface="Microsoft JhengHei"/>
              </a:rPr>
              <a:t>全場事件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80872-F51E-4147-B7B0-4DC3336C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876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無明來襲時，全場先停一下。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055BE-B73A-491E-87E3-B178472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762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4A946-95A7-4AFD-9424-2B599BE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叩求 QR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60F2C-F544-4B0B-9856-C8C32B2D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E7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5E7EB"/>
                </a:solidFill>
                <a:latin typeface="Microsoft JhengHei"/>
                <a:ea typeface="Microsoft JhengHei"/>
                <a:cs typeface="Microsoft JhengHei"/>
              </a:rPr>
              <a:t>KOUQIU:MAIN</a:t>
            </a:r>
          </a:p>
          <a:p xmlns:a="http://schemas.openxmlformats.org/drawingml/2006/main">
            <a:pPr algn="l">
              <a:defRPr sz="1800" b="1">
                <a:solidFill>
                  <a:srgbClr val="E5E7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5E7EB"/>
                </a:solidFill>
                <a:latin typeface="Microsoft JhengHei"/>
                <a:ea typeface="Microsoft JhengHei"/>
                <a:cs typeface="Microsoft JhengHei"/>
              </a:rPr>
              <a:t>同一玩家可以重複掃，全場共同累積。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B9D66-099B-48BD-B5C3-74FFB499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40005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FC68-585D-40BE-B5C7-E7BE0190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100～1000 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FDC20-58A2-47C5-ABEE-B60E3CEF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完成後通過本次無明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5FA68-4429-4616-913A-0598C361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8FE4-F094-45D6-BA1E-087F1E1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93116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E162B1-EA3E-4E5A-BC09-4F5906C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最後一關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7C682-8A3F-4A47-9B9C-AE4DCE5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9535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白陽祖師傳道120週年紀念大會，需要全場一起完成。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A5FDF-996F-41F0-B2FF-2E9F9C9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43434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25B6E-C830-43A6-8007-BE2A745D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玩家流程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DC809-1C4C-4912-BA19-4F3CD0E4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掃工作 QR</a:t>
            </a:r>
          </a:p>
          <a:p xmlns:a="http://schemas.openxmlformats.org/drawingml/2006/main">
            <a:pPr algn="l">
              <a:defRPr sz="19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帶一筆工作記錄</a:t>
            </a:r>
          </a:p>
          <a:p xmlns:a="http://schemas.openxmlformats.org/drawingml/2006/main">
            <a:pPr algn="l">
              <a:defRPr sz="19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掃大型任務交付處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7DB78-C498-4C3F-AEFC-0B032DAD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62250"/>
            <a:ext cx="43434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BD8CB-06BB-4908-B1AE-3E630B17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670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FFD166"/>
                </a:solidFill>
                <a:latin typeface="Microsoft JhengHei"/>
                <a:ea typeface="Microsoft JhengHei"/>
                <a:cs typeface="Microsoft JhengHei"/>
              </a:rPr>
              <a:t>交付碼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2CC8E-1463-4D72-9142-16F9F7F3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FINAL:MAIN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9E040-3871-4A08-AAF8-46EF6979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7D491-04F6-45EA-814C-34E17512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82433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663CFC-7D64-4744-A3E4-5221427C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開玩前只要記得這五句。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4F5499-1B4C-445B-B4E9-43D4AB87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1C895-FAEF-4DE0-BC98-FC04600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一次只能帶一筆工作記錄。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B2188-2E6E-430B-BAE7-07BE783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42D40-A04C-4205-AC70-B59436B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先完成本組，再支援別組。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814DA-C810-4F2F-A6C9-1866BE52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EFA40-3249-4DE3-B0C5-D3D010B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9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任務需求不公開，只看完成度。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F2743-8072-4676-981F-B34273B8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62980-A8E6-4283-82AB-7E8D3DE8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卡住的人要靠不同玩家救援。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02F62-CA29-49A4-AAD1-F22BC2F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FF6B35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E6567-27A0-4E9F-8CB9-F734D5EE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1014"/>
                </a:solidFill>
                <a:latin typeface="Microsoft JhengHei"/>
                <a:ea typeface="Microsoft JhengHei"/>
                <a:cs typeface="Microsoft JhengHei"/>
              </a:rPr>
              <a:t>最後大型活動是全場共同完成。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A648D-7ACC-4B5D-BF46-943934C0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活動籌備挑戰｜國高中班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191CB3-95D0-4BE9-8CEA-DEA7936B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55B66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6917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2026-07-02T12:37:41.3250000Z</dcterms:created>
  <dcterms:modified xsi:type="dcterms:W3CDTF">2026-07-02T12:37:41.3250000Z</dcterms:modified>
</coreProperties>
</file>